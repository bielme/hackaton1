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828800"/>
            <a:ext cx="365760" cy="2377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1828800"/>
            <a:ext cx="365760" cy="2377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86868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37560" y="1828800"/>
            <a:ext cx="86868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3611880"/>
            <a:ext cx="274320" cy="41148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3337560"/>
            <a:ext cx="274320" cy="68580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3063240"/>
            <a:ext cx="274320" cy="96012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2788920"/>
            <a:ext cx="27432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5720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1B2A4A"/>
                </a:solidFill>
                <a:latin typeface="Calibri"/>
              </a:rPr>
              <a:t>MYTHOS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5166360"/>
            <a:ext cx="1280160" cy="365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1554480"/>
            <a:ext cx="18288" cy="36576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Calibri"/>
              </a:rPr>
              <a:t>Inibsa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0896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Calibri"/>
              </a:rPr>
              <a:t>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11480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Mythos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5262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InterHack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Every morning, a 6,000-clinic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Which clinics do we contact today, and why? We turn 5 years of sales history into a daily ranked call list.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86400" cy="42976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COMMODITIES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Anaesthesia · Biosecurity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Recurring purchases. Predictable consumption.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50292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6FA8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Compare each clinic to its purchase potential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6FA8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Loyal · Promiscuous · Marginal · Lost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6FA8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Realistic capture impact (30-50% growth)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86400" cy="4297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TECHNICAL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Biomaterials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Sporadic purchases. Case-driven demand.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383280"/>
            <a:ext cx="50292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D4E3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Compare each clinic to its OWN history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C9D4E3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Year-over-year baseline (neutralises August)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C9D4E3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Frequency drop · Volume drop · Absence · Anomaly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Output: ranked daily alerts with reason, urgency, channel, and full traceability.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By the numbers · 8 of 8 deliverables shipped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657600" cy="15544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4,271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alerts generated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657600" cy="15544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91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1,300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High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657600" cy="15544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91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€11.6M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expected commercial impact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Purchase prediction (commodities)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329184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918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3284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Early churn-risk (technical)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88620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2277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Capture-window identification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88620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92277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Interpretable, actionable alerts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48056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17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Operational prioritisation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448056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805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517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Daily-operation proposal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07492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74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1114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Standalone-to-CRM evolution path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507492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074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114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Learning capability (feedback loop)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Thank you · Questions?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Mythos Group · github.com/SH-SW/InterHack2026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